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work, all planned (not implemented). 1) Snapshot semantics via epoch sealing. 2) Stable edge anchors bound to physical adjacency slots to cut churn on delete/reinsert. 3) Scalability: 10M+ edges, mixed workloads, heavier skew, multi-GPU. 4) Analytics: materialize CSR/PMA views at sealed epochs so analytics run on consistent snapshots while updates continue; measure the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71907"/>
            <a:ext cx="8298180" cy="20574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—  FUTURE WORK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42900"/>
            <a:ext cx="8298180" cy="44531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857707"/>
            <a:ext cx="8319211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7746" y="1005840"/>
            <a:ext cx="2240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Transactional Graph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21178" y="1143000"/>
            <a:ext cx="35661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50946" y="1005840"/>
            <a:ext cx="2240280" cy="2743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Extensions (planned)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4378" y="1143000"/>
            <a:ext cx="35661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194146" y="1005840"/>
            <a:ext cx="2240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Graph Analytics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1440180"/>
            <a:ext cx="1920240" cy="182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1  ·  Consistency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1613916"/>
            <a:ext cx="1920240" cy="23774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Snapshot Semantics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231136"/>
            <a:ext cx="1920240" cy="182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Readers see sealed epoch e1.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505456"/>
            <a:ext cx="1920240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Epoch-based commit / sealing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whole-graph snapshots for readers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" y="1883664"/>
            <a:ext cx="4572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64692" y="2020824"/>
            <a:ext cx="12801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120140" y="1883664"/>
            <a:ext cx="45720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sealed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604772" y="2020824"/>
            <a:ext cx="12801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760220" y="1883664"/>
            <a:ext cx="457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open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434590" y="1440180"/>
            <a:ext cx="0" cy="237744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37460" y="1440180"/>
            <a:ext cx="1920240" cy="182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2  ·  Storage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537460" y="1613916"/>
            <a:ext cx="1920240" cy="23774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Edge Representation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537460" y="2231136"/>
            <a:ext cx="1920240" cy="182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anchor → fixed slot.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2537460" y="2505456"/>
            <a:ext cx="1920240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logical edge anchors to stable physical adjacency slots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/ reinsert with less physical storage churn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06040" y="1883664"/>
            <a:ext cx="548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(u, v)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91256" y="2020824"/>
            <a:ext cx="21945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474720" y="1883664"/>
            <a:ext cx="17373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48456" y="1883664"/>
            <a:ext cx="17373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22192" y="1883664"/>
            <a:ext cx="173736" cy="274320"/>
          </a:xfrm>
          <a:prstGeom prst="rect">
            <a:avLst/>
          </a:prstGeom>
          <a:solidFill>
            <a:srgbClr val="FBE9E9"/>
          </a:solidFill>
          <a:ln w="19050">
            <a:solidFill>
              <a:srgbClr val="C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95928" y="1883664"/>
            <a:ext cx="17373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69664" y="1883664"/>
            <a:ext cx="17373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60570" y="1440180"/>
            <a:ext cx="0" cy="237744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1440180"/>
            <a:ext cx="1920240" cy="182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3  ·  Scale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1613916"/>
            <a:ext cx="1920240" cy="23774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Evaluation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2231136"/>
            <a:ext cx="1920240" cy="182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Bigger, skewed, multi-GPU.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4663440" y="2505456"/>
            <a:ext cx="1920240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graphs (10M+ edges)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insert / delete / read workloads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extreme power-law skew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Multi-GPU systems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32020" y="2103120"/>
            <a:ext cx="109728" cy="73152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87468" y="2039112"/>
            <a:ext cx="109728" cy="1371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42916" y="1965960"/>
            <a:ext cx="109728" cy="210312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98364" y="1883664"/>
            <a:ext cx="109728" cy="292608"/>
          </a:xfrm>
          <a:prstGeom prst="rect">
            <a:avLst/>
          </a:prstGeom>
          <a:solidFill>
            <a:srgbClr val="FBE9E9"/>
          </a:solidFill>
          <a:ln w="15875">
            <a:solidFill>
              <a:srgbClr val="C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4588" y="2176272"/>
            <a:ext cx="65836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00700" y="1883664"/>
            <a:ext cx="3840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984748" y="2020824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6188" y="1883664"/>
            <a:ext cx="384048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1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686550" y="1440180"/>
            <a:ext cx="0" cy="237744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89420" y="1440180"/>
            <a:ext cx="1920240" cy="182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4  ·  Analytics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6789420" y="1613916"/>
            <a:ext cx="1920240" cy="23774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Integration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789420" y="2231136"/>
            <a:ext cx="1920240" cy="182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 epoch → CSR → analytics.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6789420" y="2505456"/>
            <a:ext cx="1920240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Materialize immutable CSR / PMA-style views at sealed epochs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analytics on consistent snapshots while live updates continue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update vs. analytics-read trade-off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58000" y="1883664"/>
            <a:ext cx="3840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Tx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260336" y="2020824"/>
            <a:ext cx="12801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7424928" y="1901952"/>
            <a:ext cx="137160" cy="118872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62088" y="1901952"/>
            <a:ext cx="137160" cy="118872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699248" y="1901952"/>
            <a:ext cx="137160" cy="118872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836408" y="1901952"/>
            <a:ext cx="137160" cy="118872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24928" y="2020824"/>
            <a:ext cx="137160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562088" y="2020824"/>
            <a:ext cx="137160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699248" y="2020824"/>
            <a:ext cx="137160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836408" y="2020824"/>
            <a:ext cx="137160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88352" y="1865376"/>
            <a:ext cx="621792" cy="310896"/>
          </a:xfrm>
          <a:prstGeom prst="rect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020824"/>
            <a:ext cx="12801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8183880" y="1883664"/>
            <a:ext cx="4297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11480" y="3959352"/>
            <a:ext cx="8319211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11480" y="4059936"/>
            <a:ext cx="8319211" cy="45720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 none of these are implemented yet — they extend today’s transactional update engine toward consistent snapshots, stable storage, and graph analytics at scale.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1480" y="4834433"/>
            <a:ext cx="8319211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11480" y="4855464"/>
            <a:ext cx="5486400" cy="171907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Factorized GPU Transactions for Concurrent Dynamic Graphs</a:t>
            </a:r>
            <a:endParaRPr lang="en-US" sz="700" dirty="0"/>
          </a:p>
        </p:txBody>
      </p:sp>
      <p:sp>
        <p:nvSpPr>
          <p:cNvPr id="66" name="Text 64"/>
          <p:cNvSpPr txBox="1"/>
          <p:nvPr/>
        </p:nvSpPr>
        <p:spPr>
          <a:xfrm>
            <a:off x="8229600" y="4855464"/>
            <a:ext cx="480060" cy="171907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2026-09-28T05:19:45Z</dcterms:created>
  <dcterms:modified xsi:type="dcterms:W3CDTF">2026-09-28T05:19:45Z</dcterms:modified>
</cp:coreProperties>
</file>